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4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22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5898825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6906359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856" y="3428999"/>
            <a:ext cx="4138550" cy="2268559"/>
          </a:xfrm>
        </p:spPr>
        <p:txBody>
          <a:bodyPr anchor="t">
            <a:normAutofit/>
          </a:bodyPr>
          <a:lstStyle>
            <a:lvl1pPr algn="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292" y="2268787"/>
            <a:ext cx="3966114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641440" y="3262168"/>
            <a:ext cx="311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831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198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3199028"/>
            <a:ext cx="5967420" cy="1372971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131" y="2272143"/>
            <a:ext cx="5803294" cy="926885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644924" y="3023993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661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1426" y="805818"/>
            <a:ext cx="5882780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5406" y="2056800"/>
            <a:ext cx="285554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679" y="2056800"/>
            <a:ext cx="285952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TextBox 18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70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TextBox 23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589" y="805818"/>
            <a:ext cx="5880617" cy="1077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3589" y="2054563"/>
            <a:ext cx="2857364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2510" y="2851330"/>
            <a:ext cx="2858443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84679" y="2054563"/>
            <a:ext cx="285952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84680" y="2851330"/>
            <a:ext cx="2859526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48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TextBox 15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94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505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TextBox 21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83" y="1296618"/>
            <a:ext cx="2120703" cy="1889075"/>
          </a:xfr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538" y="805818"/>
            <a:ext cx="375566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2" y="3186155"/>
            <a:ext cx="2120703" cy="2386397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3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82987" y="3229"/>
            <a:ext cx="3727769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671" y="1296618"/>
            <a:ext cx="2603212" cy="188630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4" y="3182928"/>
            <a:ext cx="2603794" cy="2386394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391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TextBox 1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7" y="808057"/>
            <a:ext cx="5885350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0792" y="2049878"/>
            <a:ext cx="5723414" cy="40000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03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TextBox 22"/>
          <p:cNvSpPr txBox="1"/>
          <p:nvPr/>
        </p:nvSpPr>
        <p:spPr>
          <a:xfrm rot="5400000">
            <a:off x="7688343" y="480678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9317" y="805818"/>
            <a:ext cx="99488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64598" y="970410"/>
            <a:ext cx="4715441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82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60" y="2912532"/>
            <a:ext cx="7772939" cy="39454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98"/>
          <a:stretch/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1317" y="808057"/>
            <a:ext cx="587801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236" y="2049878"/>
            <a:ext cx="5713092" cy="40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28294" y="5272451"/>
            <a:ext cx="2662729" cy="179188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58177" y="3658900"/>
            <a:ext cx="5885352" cy="183663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136" y="164594"/>
            <a:ext cx="638312" cy="322850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0622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28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58366" indent="-258366" algn="l" defTabSz="685800" rtl="0" eaLnBrk="1" latinLnBrk="0" hangingPunct="1">
        <a:lnSpc>
          <a:spcPct val="120000"/>
        </a:lnSpc>
        <a:spcBef>
          <a:spcPts val="750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965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441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823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299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975104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322576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670048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01752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en/photo/957858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800080"/>
                </a:solidFill>
              </a:rPr>
              <a:t>EasyTech Fashion Sales Performance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Key Insights &amp; Recommendations</a:t>
            </a:r>
          </a:p>
          <a:p>
            <a:r>
              <a:t>Prepared by: [Your Name/Team]</a:t>
            </a:r>
          </a:p>
        </p:txBody>
      </p:sp>
      <p:pic>
        <p:nvPicPr>
          <p:cNvPr id="4" name="Picture 3" descr="easy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0"/>
            <a:ext cx="1371600" cy="342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FA14CC-564A-196E-8D1E-04A0665A6F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64770"/>
            <a:ext cx="9144000" cy="672846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chemeClr val="accent4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158FA3-7734-F584-8F16-42BC599FAD57}"/>
              </a:ext>
            </a:extLst>
          </p:cNvPr>
          <p:cNvSpPr txBox="1"/>
          <p:nvPr/>
        </p:nvSpPr>
        <p:spPr>
          <a:xfrm>
            <a:off x="340242" y="5161746"/>
            <a:ext cx="88037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AE2286"/>
                </a:solidFill>
                <a:latin typeface="Arial Black" panose="020B0A04020102020204" pitchFamily="34" charset="0"/>
              </a:rPr>
              <a:t>EASYTECH FASHION SALES OVERALL PERFORMANCE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💰 Total Sales Revenue: $3,834,810.13</a:t>
            </a:r>
          </a:p>
          <a:p>
            <a:r>
              <a:t>🎯 Average Discount: 14.50%</a:t>
            </a:r>
          </a:p>
          <a:p>
            <a:r>
              <a:t>👗 Top 3 Products Impact: 37% of total sales</a:t>
            </a:r>
          </a:p>
          <a:p>
            <a:r>
              <a:t>🔥 High-Discount Sales Conversion: 40.63%</a:t>
            </a:r>
          </a:p>
          <a:p>
            <a:r>
              <a:t>🏅 Top Sales Rep Share: 20% of total sales</a:t>
            </a:r>
          </a:p>
        </p:txBody>
      </p:sp>
      <p:pic>
        <p:nvPicPr>
          <p:cNvPr id="4" name="Picture 3" descr="easy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0"/>
            <a:ext cx="13716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Performance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📈 Sales Trend: Monthly fluctuations, peak in April, dip in May</a:t>
            </a:r>
          </a:p>
          <a:p>
            <a:r>
              <a:t>🛍️ Product Contribution: Dresses &gt; Accessories &gt; Outerwear</a:t>
            </a:r>
          </a:p>
          <a:p>
            <a:r>
              <a:t>👖 Top Sellers: Maxi Skirt, Flannel Dress, Raincoat</a:t>
            </a:r>
          </a:p>
          <a:p>
            <a:r>
              <a:t>👤 Top Sales Rep: David Muna – 20% of sales</a:t>
            </a:r>
          </a:p>
          <a:p>
            <a:r>
              <a:t>🎟️ Discounting: Strategic use, high discounts effective</a:t>
            </a:r>
          </a:p>
          <a:p>
            <a:r>
              <a:t>📆 Peak Day: Saturdays</a:t>
            </a:r>
          </a:p>
        </p:txBody>
      </p:sp>
      <p:pic>
        <p:nvPicPr>
          <p:cNvPr id="4" name="Picture 3" descr="easy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0"/>
            <a:ext cx="13716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📦 Optimize Inventory &amp; Marketing: Focus on top product categories (Dresses, Accessories) and Saturdays</a:t>
            </a:r>
          </a:p>
          <a:p>
            <a:r>
              <a:t>💡 Refine Discount Strategy: Analyze high-discount profitability, promote upselling on slow days</a:t>
            </a:r>
          </a:p>
          <a:p>
            <a:r>
              <a:t>🧑‍🏫 Enhance Sales Training: Implement best practices from David Muna across the team</a:t>
            </a:r>
          </a:p>
        </p:txBody>
      </p:sp>
      <p:pic>
        <p:nvPicPr>
          <p:cNvPr id="4" name="Picture 3" descr="easy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0"/>
            <a:ext cx="13716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🔍 Focus on top products (37% revenue from top 3)</a:t>
            </a:r>
          </a:p>
          <a:p>
            <a:r>
              <a:rPr dirty="0"/>
              <a:t>🗂️ Optimize inventory and pricing strategies</a:t>
            </a:r>
          </a:p>
          <a:p>
            <a:r>
              <a:rPr dirty="0"/>
              <a:t>🧠 Implement sales training and marketing pilots</a:t>
            </a:r>
          </a:p>
        </p:txBody>
      </p:sp>
      <p:pic>
        <p:nvPicPr>
          <p:cNvPr id="4" name="Picture 3" descr="easy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0"/>
            <a:ext cx="1371600" cy="342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82E"/>
      </a:dk2>
      <a:lt2>
        <a:srgbClr val="C2F5FC"/>
      </a:lt2>
      <a:accent1>
        <a:srgbClr val="4091F3"/>
      </a:accent1>
      <a:accent2>
        <a:srgbClr val="8BBCF1"/>
      </a:accent2>
      <a:accent3>
        <a:srgbClr val="CB6A6A"/>
      </a:accent3>
      <a:accent4>
        <a:srgbClr val="C567AF"/>
      </a:accent4>
      <a:accent5>
        <a:srgbClr val="A684F9"/>
      </a:accent5>
      <a:accent6>
        <a:srgbClr val="A9ACEE"/>
      </a:accent6>
      <a:hlink>
        <a:srgbClr val="6D9CC5"/>
      </a:hlink>
      <a:folHlink>
        <a:srgbClr val="6D82A0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178B2DAB-5DDE-4060-A857-D2E1CDA925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27</TotalTime>
  <Words>204</Words>
  <Application>Microsoft Office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MS Shell Dlg 2</vt:lpstr>
      <vt:lpstr>Wingdings</vt:lpstr>
      <vt:lpstr>Wingdings 3</vt:lpstr>
      <vt:lpstr>Madison</vt:lpstr>
      <vt:lpstr>EasyTech Fashion Sales Performance</vt:lpstr>
      <vt:lpstr>Executive Summary</vt:lpstr>
      <vt:lpstr>Key Performance Observations</vt:lpstr>
      <vt:lpstr>Strategic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Bosede Oyakojo</cp:lastModifiedBy>
  <cp:revision>3</cp:revision>
  <dcterms:created xsi:type="dcterms:W3CDTF">2013-01-27T09:14:16Z</dcterms:created>
  <dcterms:modified xsi:type="dcterms:W3CDTF">2025-05-21T23:58:28Z</dcterms:modified>
  <cp:category/>
</cp:coreProperties>
</file>